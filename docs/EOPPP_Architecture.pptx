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EOPPP eFLOW Compiler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및 변환 파이프라인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GCC Python Plugin 기반 C → eFLOW 자동 변환 컴파일러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HPCL Lab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EOPPP &amp; eFLOW 컴파일러 개요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548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EOPPP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128코어 MIMD 프로세서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코어가 매 클록마다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명령 동시 실행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DSP 연산에 최적화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097280"/>
            <a:ext cx="2651760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143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eFLOW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19202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EOPPP 하드웨어 전용 언어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Z-bank: 16비트 명령어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Y-bank: 32비트 데이터/마스크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MIF 파일로 FPGA에 로드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097280"/>
            <a:ext cx="2651760" cy="54864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143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컴파일러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09360" y="19202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 C 코드를 eFLOW로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변환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프로그래머는 하드웨어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구조를 알 필요 없음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전체 변환 파이프라인</a:t>
            </a:r>
            <a:endParaRPr lang="en-US" sz="3200" dirty="0"/>
          </a:p>
        </p:txBody>
      </p:sp>
      <p:pic>
        <p:nvPicPr>
          <p:cNvPr id="3" name="Image 0" descr="fig1_pipeli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register_after('ssa') : 입력은 일반 GIMPLE이 아닌 GIMPLE SSA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 소스 → GIMPLE → GIMPLE SSA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743200" cy="274320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 소스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for(i=0; i&lt;50; i++)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 = p0 + p1;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p1 = p0;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p0 = cur;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if(cur&gt;curT)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743200" cy="274320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GIMPLE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146304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0; p0 = 1; p1 = 0;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 = p0 + p1;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if(cur&gt;curT) goto exit;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p1 = p0; p0 = cur;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 = i + 1;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if(i&lt;50) goto loop;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0" y="1005840"/>
            <a:ext cx="2743200" cy="274320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GIMPLE SSA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146304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BB3: (PHI 노드)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p0_1=PHI&lt;p0_15,p0_7&gt;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p1_2=PHI&lt;p1_16,p1_6&gt;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i_2 =PHI&lt;i_11, i_8&gt;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cur_3 = p0_1 + p1_2;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BB4: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i_8 = i_2 + 1;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803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8978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28600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GCC Frontend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GCC SSA Pass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 노드: 서로 다른 경로에서 들어오는 변수 버전을 합류시킨다.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p0_1 = PHI&lt;p0_15(초기값), p0_7(갱신값)&gt; → 어느 경로에서 왔느냐에 따라 값 선택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GIMPLE SSA를 사용하는가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743200" cy="3200400"/>
          </a:xfrm>
          <a:prstGeom prst="rect">
            <a:avLst/>
          </a:prstGeom>
          <a:solidFill>
            <a:srgbClr val="C8E6C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25880" y="1280160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흐름 추적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변수 정의에 고유 버전 번호가 부여되어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p0_15(초기값)와 p0_7(갱신값)을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명확히 구분할 수 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743200" cy="3200400"/>
          </a:xfrm>
          <a:prstGeom prst="rect">
            <a:avLst/>
          </a:prstGeom>
          <a:solidFill>
            <a:srgbClr val="FFF9C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1280160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루프 구조 표현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25603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 노드가 있는 BasicBlock이 루프 시작점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 인자 분석으로 루프 변수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(초기값, 갱신값) 식별 가능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743200" cy="3200400"/>
          </a:xfrm>
          <a:prstGeom prst="rect">
            <a:avLst/>
          </a:prstGeom>
          <a:solidFill>
            <a:srgbClr val="B3E5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78040" y="1280160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17804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0936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GCC 최적화 활용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25603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상수 전파, 데드 코드 제거 등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최적화가 이미 수행된 상태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불필요한 코드가 줄어듬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GIMPLE SSA → MIF: 5단계 변환</a:t>
            </a:r>
            <a:endParaRPr lang="en-US" sz="2800" dirty="0"/>
          </a:p>
        </p:txBody>
      </p:sp>
      <p:pic>
        <p:nvPicPr>
          <p:cNvPr id="3" name="Image 0" descr="fig2_5step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1-2: SSA 이름 해석 &amp; IR 분석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114800" cy="1828800"/>
          </a:xfrm>
          <a:prstGeom prst="rect">
            <a:avLst/>
          </a:prstGeom>
          <a:solidFill>
            <a:srgbClr val="C8E6C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51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1: _build_semantic_names()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SSA 버전명 → 의미 이름 매핑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p0_15 → "p0" (VarDecl 이름)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ssa_45 → "xn[i]" (def_stmt 역추적)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MIF 주석에서 변수를 식별 가능하게 함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114800" cy="1828800"/>
          </a:xfrm>
          <a:prstGeom prst="rect">
            <a:avLst/>
          </a:prstGeom>
          <a:solidFill>
            <a:srgbClr val="FFF9C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51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2: _analyze_ir()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 순회 → 구조적 패턴 분석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상수 대입 수집 (const_assigns)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재대입 필터 (reassigned_vars)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진짜 상수 = const - reassigned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곱셈 분석 → coeff_vars 승격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배열 접근 → in/out arrays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비연산 조건 필터 (printf 루프)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Flag 분리: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474720"/>
          <a:ext cx="85953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함수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is_mac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is_fir_pipeline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checkclkfibo (피보나치)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 경로, pSt 없음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checkclkfir (20탭 FIR)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3-코어 그룹 + pSt 적용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checkfir (변수명 변경)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동일 감지 (이름 무관)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3: 레지스터 매핑 (reg_map)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241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 (is_fir_pipeline=True)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_build_mac_layout() 먼저 실행: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r0:  xv19  (shift,  pSt=1)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r1:  ssa_45 (mult,  pSt=2)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r2:  _store_19 (store, pSt=3)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(20탭 x 3 = 60코어)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r60: yo0 (누적기, pSt=3)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r61: yo1 (누적기, pSt=3)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r62: yo[i] (최종출력, pSt=4)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r63: xn[i] (입력, pSt=1)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_augment 후 나머지: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r64: i (var)  r65: cst_1 (const)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r66: cst_-32  r67: cond_res_0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241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Generic (피보나치)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_augment만 실행 (순차 할당):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r0: cond_res_0 (cond, val=4)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r1: cond_res_1 (cond, val=4)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r2: cst_1   (const, val=1)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r3: cur     (var,   val=0)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r4: curT    (var,   val=-100)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↑ 마이너스 치환 (SUB 없음)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r5: i       (var,   val=0)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r6: iT      (var,   val=50)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r7: p0      (var,   val=1)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r8: p1      (var,   val=0)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4: Init GPC 생성 (짝수 GPC)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코어에 LXY(Load X from Y) 명령으로 초기값을 로드한다.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63040"/>
          <a:ext cx="8595360" cy="9144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코어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변수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Z-코드 (명령)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Y-값 (데이터)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 =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0x01F (LXY)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0x00000001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피보나치 초기값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curT = -100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0x01F (LXY)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0xFFFFFF9C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마이너스 치환 (원래 100)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cst_1 =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0x01F (LXY)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0x00000001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루프 증분 상수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cond_res = 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0x01F (LXY)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0x00000004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outLoop 초기값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(빈 코어)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0x000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0x00000000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미할당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291840"/>
            <a:ext cx="8595360" cy="137160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마이너스 치환이란?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EOPPP에는 뺄셈(SUB) 명령이 없다.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조건문 if(cur &gt; 100)에서 100을 빼야 하지만 SUB가 없으므로,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Init에서 -100을 미리 저장하고, Op에서 cur + (-100) &gt; 0으로 계산한다.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이것이 '마이너스 치환' 정책이다. curT의 Y값이 0xFFFFFF9C(-100의 2의 보수)인 이유.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5: Op GPC — 4-Pass 파이프라인</a:t>
            </a:r>
            <a:endParaRPr lang="en-US" sz="2800" dirty="0"/>
          </a:p>
        </p:txBody>
      </p:sp>
      <p:pic>
        <p:nvPicPr>
          <p:cNvPr id="3" name="Image 0" descr="fig3_4pas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 1 &amp; 2: 값 유지 + MAC 파이프라인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114800" cy="1828800"/>
          </a:xfrm>
          <a:prstGeom prst="rect">
            <a:avLst/>
          </a:prstGeom>
          <a:solidFill>
            <a:srgbClr val="C8E6C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51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 1: _pass_keep()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활성 코어: self-ADD 적용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Z=000(ADD), Y=00010000(bit16=self)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EOPPP 코어는 매 클록 연산 수행.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self-ADD 없으면 값이 소실된다.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항상 실행 (FIR, Generic 모두)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114800" cy="1828800"/>
          </a:xfrm>
          <a:prstGeom prst="rect">
            <a:avLst/>
          </a:prstGeom>
          <a:solidFill>
            <a:srgbClr val="FFE0B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051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 2: _pass_mac_pipeline()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is_fir_pipeline=True일 때만 실행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Shift: Z=000(ADD), Y=mask(src)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Mult:  Z=208(SMT), Y=계수값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Store: Z=200(ADD), Y=00010000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계수는 코어 미할당 → Y-immediate</a:t>
            </a:r>
            <a:endParaRPr lang="en-US" sz="1000" dirty="0"/>
          </a:p>
        </p:txBody>
      </p:sp>
      <p:pic>
        <p:nvPicPr>
          <p:cNvPr id="9" name="Image 0" descr="fig4_corelayou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108960"/>
            <a:ext cx="8595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 3 &amp; 4: 일반 대입 + 조건문 변환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14800" cy="2103120"/>
          </a:xfrm>
          <a:prstGeom prst="rect">
            <a:avLst/>
          </a:prstGeom>
          <a:solidFill>
            <a:srgbClr val="B3E5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60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 3: _pass_generic_assign()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GimpleAssign → ADD/SMT 변환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 = p0 + p1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r3: Z=000, Y=add_mask(3,[7,8])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마스크: bit = 16 + (src - dst)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범위: 대상 코어 기준 ±16 이내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4114800" cy="2103120"/>
          </a:xfrm>
          <a:prstGeom prst="rect">
            <a:avLst/>
          </a:prstGeom>
          <a:solidFill>
            <a:srgbClr val="F8BBD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960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Pass 4: _pass_cond()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37160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GimpleCond → GEZ/GTZ 분기 변환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루프 조건 반전: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C: i&lt;50 (계속) 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HW: i&gt;=50 (탈출) → GEZ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판별: 자기참조 증분 패턴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m=m+1 → 루프 카운터 → 반전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3291840"/>
            <a:ext cx="8595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337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조건 변환 예시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GIMPLE: if (i_8 &lt;= 49) goto BB3;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자기참조 감지: i = i + 1 존재 → 루프 카운터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반전: i&lt;=49 → i&gt;49 → 정규화: i&gt;=50 (GEZ)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마이너스 치환: Init에 cst_-50=-50 저장, Op에서 i+1+(-50)&gt;=0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결과: r7: Z=806(GEZ+HOLD), Y=add_mask(7, [r_i, r_cst_1, r_cst_-50]),  res = 0+1+(-50) = -49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Flag 분리: is_mac vs is_fir_pipeline</a:t>
            </a:r>
            <a:endParaRPr lang="en-US" sz="2400" dirty="0"/>
          </a:p>
        </p:txBody>
      </p:sp>
      <p:pic>
        <p:nvPicPr>
          <p:cNvPr id="3" name="Image 0" descr="fig5_flag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14400"/>
            <a:ext cx="64008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분리를 통해 향후 MAC이지만 FIR이 아닌 패턴(행렬 곱셈, butterfly FFT 등)을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is_mac=True, is_fir_pipeline=False로 별도 Pass를 분기할 수 있다.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변환 요약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수행자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입력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출력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→ GIMPLE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GCC Frontend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소스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GIMPLE (3-주소 코드)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GIMPLE → SSA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GCC SSA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GIMPLE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GIMPLE SSA (PHI+버전)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1: 이름 해석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generator.py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GIMPLE SSA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의미 이름 매핑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2: IR 분석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generator.py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GIMPLE SSA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features (is_mac...)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3: 코어 매핑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generator.py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SSA + features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reg_map (변수→코어)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4: Init GPC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generator.py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reg_map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 MIF (짝수 GPC)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5: Op GPC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generator.py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SSA + reg_map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CC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 MIF (4-Pass)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입력: GIMPLE SSA (일반 GIMPLE 아님)  |  출력: Z.mif + Y.mif  |  함수당: 2 GPC (짝수=Init, 홀수=Op)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EOPPP eFLOW Compiler 아키텍처</dc:title>
  <dc:subject>PptxGenJS Presentation</dc:subject>
  <dc:creator>HPCL Lab</dc:creator>
  <cp:lastModifiedBy>HPCL Lab</cp:lastModifiedBy>
  <cp:revision>1</cp:revision>
  <dcterms:created xsi:type="dcterms:W3CDTF">2026-03-15T22:10:27Z</dcterms:created>
  <dcterms:modified xsi:type="dcterms:W3CDTF">2026-03-15T22:10:27Z</dcterms:modified>
</cp:coreProperties>
</file>